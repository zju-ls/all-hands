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制品区能力展示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多模态资产质量管控与标准化输出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HTML / Draw.io / PDF 全量支持</a:t>
            </a:r>
          </a:p>
          <a:p>
            <a:pPr>
              <a:defRPr sz="1800"/>
            </a:pPr>
            <a:r>
              <a:t>结构化文档 (DOCX/XLSX) 精准生成</a:t>
            </a:r>
          </a:p>
          <a:p>
            <a:pPr>
              <a:defRPr sz="1800"/>
            </a:pPr>
            <a:r>
              <a:t>自动化归档与版本管理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感谢观看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