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All Hands 能力全景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智能助手的视觉与内容质检专家体系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核心定位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专注于 Brand Blue 双主题设计语言</a:t>
            </a:r>
          </a:p>
          <a:p>
            <a:pPr>
              <a:defRPr sz="1800"/>
            </a:pPr>
            <a:r>
              <a:t>负责数字制品的美学校准与功能验证</a:t>
            </a:r>
          </a:p>
          <a:p>
            <a:pPr>
              <a:defRPr sz="1800"/>
            </a:pPr>
            <a:r>
              <a:t>确保交付物具备高级感与专业性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关键技能矩阵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四大核心能力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深度调研：实时获取信息，拒绝臆造事实</a:t>
            </a:r>
          </a:p>
          <a:p>
            <a:pPr>
              <a:defRPr sz="1800"/>
            </a:pPr>
            <a:r>
              <a:t>结构化写作：逻辑严密的文档构建能力</a:t>
            </a:r>
          </a:p>
          <a:p>
            <a:pPr>
              <a:defRPr sz="1800"/>
            </a:pPr>
            <a:r>
              <a:t>品牌级视觉：渐变标题与 Mesh 背景的高级感呈现</a:t>
            </a:r>
          </a:p>
          <a:p>
            <a:pPr>
              <a:defRPr sz="1800"/>
            </a:pPr>
            <a:r>
              <a:t>多格式渲染：HTML / Drawio / PDF / PPTX 一键产出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工作流可视化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总结与展望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以专业美学提升平台形象</a:t>
            </a:r>
          </a:p>
          <a:p>
            <a:pPr>
              <a:defRPr sz="1800"/>
            </a:pPr>
            <a:r>
              <a:t>通过标准化输出提高协作效率</a:t>
            </a:r>
          </a:p>
          <a:p>
            <a:pPr>
              <a:defRPr sz="1800"/>
            </a:pPr>
            <a:r>
              <a:t>持续迭代，保持行业领先的设计水准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