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制品区能力测试员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多模态资产质量管控与标准化输出专家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角色定位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专注于数字制品的质量验证</a:t>
            </a:r>
          </a:p>
          <a:p>
            <a:pPr>
              <a:defRPr sz="1800"/>
            </a:pPr>
            <a:r>
              <a:t>致力于结构化文档与可视化图表输出</a:t>
            </a:r>
          </a:p>
          <a:p>
            <a:pPr>
              <a:defRPr sz="1800"/>
            </a:pPr>
            <a:r>
              <a:t>确保资产的高可用性与专业规范性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四大核心技能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需求调研 (web_research): 抓取最新标准</a:t>
            </a:r>
          </a:p>
          <a:p>
            <a:pPr>
              <a:defRPr sz="1800"/>
            </a:pPr>
            <a:r>
              <a:t>内容构建 (file_writing): 撰写技术文档</a:t>
            </a:r>
          </a:p>
          <a:p>
            <a:pPr>
              <a:defRPr sz="1800"/>
            </a:pPr>
            <a:r>
              <a:t>可视化制图 (drawio): 生成规范架构图</a:t>
            </a:r>
          </a:p>
          <a:p>
            <a:pPr>
              <a:defRPr sz="1800"/>
            </a:pPr>
            <a:r>
              <a:t>资产管理 (artifacts): 统一归档与迭代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标准化工作流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需求分析与调研</a:t>
            </a:r>
          </a:p>
          <a:p>
            <a:pPr>
              <a:defRPr sz="1800"/>
            </a:pPr>
            <a:r>
              <a:t>2. 内容构建与验证</a:t>
            </a:r>
          </a:p>
          <a:p>
            <a:pPr>
              <a:defRPr sz="1800"/>
            </a:pPr>
            <a:r>
              <a:t>3. 可视化呈现</a:t>
            </a:r>
          </a:p>
          <a:p>
            <a:pPr>
              <a:defRPr sz="1800"/>
            </a:pPr>
            <a:r>
              <a:t>4. 整合交付与归档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边界与原则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