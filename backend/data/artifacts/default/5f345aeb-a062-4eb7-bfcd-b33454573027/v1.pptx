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2026 Q1 季度回顾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业务增长与技术创新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核心亮点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营收同比增长 18%</a:t>
            </a:r>
          </a:p>
          <a:p>
            <a:pPr>
              <a:defRPr sz="1800"/>
            </a:pPr>
            <a:r>
              <a:t>新增企业客户 35 家</a:t>
            </a:r>
          </a:p>
          <a:p>
            <a:pPr>
              <a:defRPr sz="1800"/>
            </a:pPr>
            <a:r>
              <a:t>产品迭代完成 12 个版本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下一步计划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