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 Hands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40.0</c:v>
                </c:pt>
                <c:pt idx="1">
                  <c:v>95.0</c:v>
                </c:pt>
                <c:pt idx="2">
                  <c:v>188.0</c:v>
                </c:pt>
                <c:pt idx="3">
                  <c:v>360.0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avg</c:v>
                </c:pt>
              </c:strCache>
            </c:strRef>
          </c:tx>
          <c:spPr>
            <a:solidFill>
              <a:srgbClr val="60A5FA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45.0</c:v>
                </c:pt>
                <c:pt idx="1">
                  <c:v>88.0</c:v>
                </c:pt>
                <c:pt idx="2">
                  <c:v>130.0</c:v>
                </c:pt>
                <c:pt idx="3">
                  <c:v>180.0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deck title spoken in one breath; pause; then deliver the subtitle.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4572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ALL HANDS ·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E7EAF3"/>
                </a:solidFill>
              </a:rPr>
              <a:t>All Hands</a:t>
            </a:r>
          </a:p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E7EAF3"/>
                </a:solidFill>
              </a:rPr>
              <a:t>for your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3A0B4"/>
                </a:solidFill>
              </a:rPr>
              <a:t>One conversation drives every operation across your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0B4"/>
                </a:solidFill>
              </a:rPr>
              <a:t>PRODUCT TEAM · 2026 Q2 ·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7EAF3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3A0B4"/>
                </a:solidFill>
              </a:rPr>
              <a:t>What we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92224"/>
            <a:ext cx="548640" cy="548640"/>
          </a:xfrm>
          <a:prstGeom prst="roundRect">
            <a:avLst>
              <a:gd name="adj" fmla="val 26666"/>
            </a:avLst>
          </a:prstGeom>
          <a:solidFill>
            <a:srgbClr val="13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222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9222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7EAF3"/>
                </a:solidFill>
              </a:rPr>
              <a:t>Why we built this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05456"/>
            <a:ext cx="548640" cy="548640"/>
          </a:xfrm>
          <a:prstGeom prst="roundRect">
            <a:avLst>
              <a:gd name="adj" fmla="val 26666"/>
            </a:avLst>
          </a:prstGeom>
          <a:solidFill>
            <a:srgbClr val="13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0545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7EAF3"/>
                </a:solidFill>
              </a:rPr>
              <a:t>How the platform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18688"/>
            <a:ext cx="548640" cy="548640"/>
          </a:xfrm>
          <a:prstGeom prst="roundRect">
            <a:avLst>
              <a:gd name="adj" fmla="val 26666"/>
            </a:avLst>
          </a:prstGeom>
          <a:solidFill>
            <a:srgbClr val="13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868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7EAF3"/>
                </a:solidFill>
              </a:rPr>
              <a:t>What end users feel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48640" cy="548640"/>
          </a:xfrm>
          <a:prstGeom prst="roundRect">
            <a:avLst>
              <a:gd name="adj" fmla="val 26666"/>
            </a:avLst>
          </a:prstGeom>
          <a:solidFill>
            <a:srgbClr val="13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7EAF3"/>
                </a:solidFill>
              </a:rPr>
              <a:t>Numbers from alpha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45151"/>
            <a:ext cx="548640" cy="548640"/>
          </a:xfrm>
          <a:prstGeom prst="roundRect">
            <a:avLst>
              <a:gd name="adj" fmla="val 26666"/>
            </a:avLst>
          </a:prstGeom>
          <a:solidFill>
            <a:srgbClr val="13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45151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45151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7EAF3"/>
                </a:solidFill>
              </a:rPr>
              <a:t>What we're asking 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515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7315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E7EAF3"/>
                </a:solidFill>
              </a:rPr>
              <a:t>Why we built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3A0B4"/>
                </a:solidFill>
              </a:rPr>
              <a:t>Replacing 30-tool sprawl with one chat surface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3A0B4"/>
                </a:solidFill>
              </a:rPr>
              <a:t>Most teams string together 30+ point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Each tool needs its own login, API key, admin doc, and routing rule. When something breaks, on-call rotates between five dashboards before even finding the broken thing.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Most operations are still locked behind engineer-only admin pages — the rest of the team can't drive them without filing a ticket.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0" b="1" i="0">
                <a:solidFill>
                  <a:srgbClr val="3B82F6"/>
                </a:solidFill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0" i="1">
                <a:solidFill>
                  <a:srgbClr val="E7EAF3"/>
                </a:solidFill>
              </a:rPr>
              <a:t>“If a non-engineer can't run it from chat, we shouldn't have built it.”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937760"/>
            <a:ext cx="91440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93A0B4"/>
                </a:solidFill>
              </a:rPr>
              <a:t>— Internal product principle · ADR 0011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515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7315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E7EAF3"/>
                </a:solidFill>
              </a:rPr>
              <a:t>How the platform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3A0B4"/>
                </a:solidFill>
              </a:rPr>
              <a:t>Tool First · skill on demand · pure query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Tool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3A0B4"/>
                </a:solidFill>
              </a:rPr>
              <a:t>Every UI operation is exposed as a Meta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Whatever a human can click in the admin pages, the Lead Agent can call as a tool — and the contracts are pinned so a UI page never gains an action without an equivalent tool.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Result: anyone on the team can do real work end to end without touching the UI · the chat is the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Before &amp;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5217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B82F6"/>
                </a:solidFill>
              </a:rPr>
              <a:t>Before · 30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Login + API key per vendor.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On-call hops between dashboards.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Most actions are locked behind engineer-only UIs.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Onboarding a new hire takes a week.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828800"/>
            <a:ext cx="5394960" cy="4206240"/>
          </a:xfrm>
          <a:prstGeom prst="roundRect">
            <a:avLst>
              <a:gd name="adj" fmla="val 5217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20116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60A5FA"/>
                </a:solidFill>
              </a:rPr>
              <a:t>After · one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65176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Lead Agent runs every operation as a tool.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On-call asks one assistant.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Anyone on the team drives end to end.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Onboarding takes an afternoon.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Skill = dynamic capability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3A0B4"/>
                </a:solidFill>
              </a:rPr>
              <a:t>Three-stage progressive load · LLM only pays what it 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Stage 1 · skill descriptor (≤ 50 chars) lives in the system prompt always.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Stage 2 · resolve_skill activation injects the skill body and tools.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Stage 3 · read_skill_file pulls big templates / references on demand.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Weak models stay focused; strong models pay only for the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Lead Agent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4864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PRODUCT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2120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•  Single chat surface · streams plan + tool calls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•  Native artifact panel for HTML / drawio / pptx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•  Skill descriptors always visible at turn 0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•  Confirmation gate for every WRITE / IRREVERSIBLE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515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7315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E7EAF3"/>
                </a:solidFill>
              </a:rPr>
              <a:t>What end users feel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3A0B4"/>
                </a:solidFill>
              </a:rPr>
              <a:t>Three concrete patterns ship with v0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Pattern A · ask once, get a real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3A0B4"/>
                </a:solidFill>
              </a:rPr>
              <a:t>From “summarise our Q1 sales” to a slide deck in 90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User opens chat, asks for a deck, gets one. The Lead Agent picks the design skill, builds the deck via primitives, and the artifact panel renders it inline.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No template hunt · no formatting touchup · no “please copy this into PowerPoint”.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Pattern B · structured errors, model self-corrects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3A0B4"/>
                </a:solidFill>
              </a:rPr>
              <a:t>ADR 0021 · the model never sees a stack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Wrong arg shape from the model? The pipeline returns {error, field, expected, received, hint} so the next turn produces the corrected call.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Result: fewer “sorry, let me try again” spirals · faster turn-arounds · lower token bills.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515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7315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E7EAF3"/>
                </a:solidFill>
              </a:rPr>
              <a:t>Numbers from alpha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3A0B4"/>
                </a:solidFill>
              </a:rPr>
              <a:t>Five design partners · six weeks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Alpha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3A0B4"/>
                </a:solidFill>
              </a:rPr>
              <a:t>Across five design partners · six-week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715768" cy="4023360"/>
          </a:xfrm>
          <a:prstGeom prst="roundRect">
            <a:avLst>
              <a:gd name="adj" fmla="val 8080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715768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0B4"/>
                </a:solidFill>
              </a:rPr>
              <a:t>ACTIVE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2167128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7EAF3"/>
                </a:solidFill>
              </a:rPr>
              <a:t>12.4K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02920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+18% MoM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737360"/>
            <a:ext cx="2715768" cy="4023360"/>
          </a:xfrm>
          <a:prstGeom prst="roundRect">
            <a:avLst>
              <a:gd name="adj" fmla="val 8080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737360"/>
            <a:ext cx="2715768" cy="54864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10312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0B4"/>
                </a:solidFill>
              </a:rPr>
              <a:t>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51760"/>
            <a:ext cx="2167128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7EAF3"/>
                </a:solidFill>
              </a:rPr>
              <a:t>4.7%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502920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+0.6 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737360"/>
            <a:ext cx="2715768" cy="4023360"/>
          </a:xfrm>
          <a:prstGeom prst="roundRect">
            <a:avLst>
              <a:gd name="adj" fmla="val 8080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2715768" cy="54864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0B4"/>
                </a:solidFill>
              </a:rPr>
              <a:t>CYCLE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51760"/>
            <a:ext cx="2167128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7EAF3"/>
                </a:solidFill>
              </a:rPr>
              <a:t>3.2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02920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-1.1 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737360"/>
            <a:ext cx="2715768" cy="4023360"/>
          </a:xfrm>
          <a:prstGeom prst="roundRect">
            <a:avLst>
              <a:gd name="adj" fmla="val 8080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737360"/>
            <a:ext cx="2715768" cy="54864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210312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0B4"/>
                </a:solidFill>
              </a:rPr>
              <a:t>NPS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651760"/>
            <a:ext cx="2167128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7EAF3"/>
                </a:solidFill>
              </a:rPr>
              <a:t>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502920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+9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7EAF3"/>
                </a:solidFill>
              </a:rPr>
              <a:t>Adoption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3A0B4"/>
                </a:solidFill>
              </a:rPr>
              <a:t>Active conversations grew ~3x quarter over quarter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920240"/>
          <a:ext cx="11064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515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b="1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7315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E7EAF3"/>
                </a:solidFill>
              </a:rPr>
              <a:t>What we're asking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3A0B4"/>
                </a:solidFill>
              </a:rPr>
              <a:t>Pilot enrollment · v1 funding · cohort signoff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E7EAF3"/>
                </a:solidFill>
              </a:rPr>
              <a:t>Want to try All Hands with your team?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45720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3A0B4"/>
                </a:solidFill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E7EAF3"/>
                </a:solidFill>
              </a:rPr>
              <a:t>1.  Pilot enrollment by 2026-05-15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E7EAF3"/>
                </a:solidFill>
              </a:rPr>
              <a:t>2.  20-min walkthrough · book at /demo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E7EAF3"/>
                </a:solidFill>
              </a:rPr>
              <a:t>3.  Decision needed: cohort signoff by EOM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0B4"/>
                </a:solidFill>
              </a:rPr>
              <a:t>PRODUCT · pilot@allhands.io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